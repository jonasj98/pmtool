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22222"/>
                </a:solidFill>
              </a:defRPr>
            </a:pPr>
            <a:r>
              <a:t>PJM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222222"/>
                </a:solidFill>
              </a:defRPr>
            </a:pPr>
            <a:r>
              <a:t>Demo-Projekt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66666"/>
                </a:solidFill>
              </a:defRPr>
            </a:pPr>
            <a:r>
              <a:t>Stand 2026-10-02 · 2026-10-02 · Vergleich zu 2022-04-08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888888"/>
                </a:solidFill>
              </a:defRPr>
            </a:pPr>
            <a:r>
              <a:t>J.A. Project Engineering · PJM Project Review · Stand 2026-10-02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Übersicht – 2026-10-02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1905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5486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Kennzahl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Wert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Stichtag (Auswertungstag)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2026-10-02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Überwachte Aufgaben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davon Aufgaben (&gt;0 Tage)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davon Meilensteine (0 Tage)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Geplant geschlossen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93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Tatsächlich geschlossen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Erfüllungsgrad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51.6 %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Überfällig (offen)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45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Verspätet geschlossen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Cancelled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888888"/>
                </a:solidFill>
              </a:defRPr>
            </a:pPr>
            <a:r>
              <a:t>J.A. Project Engineering · PJM Project Review · Stand 2026-10-02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Master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1905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888888"/>
                </a:solidFill>
              </a:defRPr>
            </a:pPr>
            <a:r>
              <a:t>J.A. Project Engineering · PJM Project Review · Stand 2026-10-02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Verschiebung des erwarteten Projektendes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1905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888888"/>
                </a:solidFill>
              </a:defRPr>
            </a:pPr>
            <a:r>
              <a:t>J.A. Project Engineering · PJM Project Review · Stand 2026-10-02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Aufgaben je Fachabteilung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1905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888888"/>
                </a:solidFill>
              </a:defRPr>
            </a:pPr>
            <a:r>
              <a:t>J.A. Project Engineering · PJM Project Review · Stand 2026-10-02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Überfällige Aufgaben je Fachabteilung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1905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888888"/>
                </a:solidFill>
              </a:defRPr>
            </a:pPr>
            <a:r>
              <a:t>J.A. Project Engineering · PJM Project Review · Stand 2026-10-02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Top-5 Overdues mit Trendanalyse – 2022-04-08 vs. 2026-10-02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1905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1280160"/>
                <a:gridCol w="128016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Fachabteilung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2022-04-08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2026-10-02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Trend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Verlauf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ENG-ME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▲ 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▁▁▁▁▁█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QMM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▲ 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▁▁▁▁▁█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AE-COS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▲ 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▁▁▁▂▂█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PUR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▲ 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▁▁▁▁▁█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AE-TEF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▲ 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▁▁▁▃▃█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888888"/>
                </a:solidFill>
              </a:defRPr>
            </a:pPr>
            <a:r>
              <a:t>J.A. Project Engineering · PJM Project Review · Stand 2026-10-02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Überfällige Aufgaben – 2026-10-02 (45)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1905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621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164592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Abteilung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Aufgabe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Geplantes Ende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Verzug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Fortschritt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AE-COS Aufgabe 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2022-03-30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1647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95 %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AA Aufgabe 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1635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95 %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ENG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ENG Aufgabe 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1634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95 %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TEST Aufgabe 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1634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95 %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ENG-EE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ENG-EE Aufgabe 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1633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95 %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QMM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QMM Aufgabe 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1633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95 %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TEST Aufgabe 078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1633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95 %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AE-COS Aufgabe 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1632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95 %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AE-QMM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AE-QMM Aufgabe 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1629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50 %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TEST Aufgabe 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1629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83 %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AE-TEF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AE-TEF Aufgabe 037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1628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77 %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PUR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PUR Nachtrag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1628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50 %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SW Aufgabe 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1628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73 %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AE-QMM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AE-QMM Aufgabe 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1627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56 %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TEST Aufgabe 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1626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55 %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AE-COS Nachtrag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2022-04-21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1625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33 %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888888"/>
                </a:solidFill>
              </a:defRPr>
            </a:pPr>
            <a:r>
              <a:t>J.A. Project Engineering · PJM Project Review · Stand 2026-10-02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Veränderungen 2022-04-08 → 2026-10-02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1905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22222"/>
                </a:solidFill>
              </a:defRPr>
            </a:pPr>
            <a:r>
              <a:t>Neu überfällig: 44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ENG-ME – ENG-ME Aufgabe 010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ENG-EE – ENG-EE Aufgabe 012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QMM – QMM Aufgabe 015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PUR – PUR Aufgabe 016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AE-ENG – AE-ENG Aufgabe 017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ENG-ME – ENG-ME Aufgabe 019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QMM – QMM Aufgabe 020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AE-TEF – AE-TEF Aufgabe 023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Neu geschlossen: 19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SW – SW Aufgabe 002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AE-TEF – AE-TEF Aufgabe 021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EXT – EXT Aufgabe 022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AE-COS – AE-COS Aufgabe 025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AE-ENG – AE-ENG Aufgabe 027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AE-QMM – AE-QMM Aufgabe 036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EXT – EXT Aufgabe 004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   • AE-TEF – AE-TEF Aufgabe 048</a:t>
            </a:r>
          </a:p>
          <a:p>
            <a:pPr>
              <a:defRPr sz="1200" b="0">
                <a:solidFill>
                  <a:srgbClr val="222222"/>
                </a:solidFill>
              </a:defRPr>
            </a:pPr>
            <a:r>
              <a:t>Neu hinzugekommen: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888888"/>
                </a:solidFill>
              </a:defRPr>
            </a:pPr>
            <a:r>
              <a:t>J.A. Project Engineering · PJM Project Review · Stand 2026-10-02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