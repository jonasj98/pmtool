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PJM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222222"/>
                </a:solidFill>
              </a:defRPr>
            </a:pPr>
            <a:r>
              <a:t>Demo-Projekt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66666"/>
                </a:solidFill>
              </a:defRPr>
            </a:pPr>
            <a:r>
              <a:t>Stand KW15 · 2022-04-15 · Vergleich zu KW14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888888"/>
                </a:solidFill>
              </a:defRPr>
            </a:pPr>
            <a:r>
              <a:t>J.A. Project Engineering · PJM Project Review · Stand 2022-04-15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222"/>
                </a:solidFill>
              </a:defRPr>
            </a:pPr>
            <a:r>
              <a:t>Übersicht – KW15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1905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Kennzahl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Wert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Stichtag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2022-04-15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Überwachte Aufgaben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95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Geplant geschlossen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63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Tatsächlich geschlossen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48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Erfüllungsgrad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76.2 %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Überfällig (offen)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Verspätet geschlossen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888888"/>
                </a:solidFill>
              </a:defRPr>
            </a:pPr>
            <a:r>
              <a:t>J.A. Project Engineering · PJM Project Review · Stand 2022-04-15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222"/>
                </a:solidFill>
              </a:defRPr>
            </a:pPr>
            <a:r>
              <a:t>Master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1905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888888"/>
                </a:solidFill>
              </a:defRPr>
            </a:pPr>
            <a:r>
              <a:t>J.A. Project Engineering · PJM Project Review · Stand 2022-04-15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222"/>
                </a:solidFill>
              </a:defRPr>
            </a:pPr>
            <a:r>
              <a:t>Aufgaben je Fachabteilung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1905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888888"/>
                </a:solidFill>
              </a:defRPr>
            </a:pPr>
            <a:r>
              <a:t>J.A. Project Engineering · PJM Project Review · Stand 2022-04-15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222"/>
                </a:solidFill>
              </a:defRPr>
            </a:pPr>
            <a:r>
              <a:t>Überfällige Aufgaben je Fachabteilung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1905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888888"/>
                </a:solidFill>
              </a:defRPr>
            </a:pPr>
            <a:r>
              <a:t>J.A. Project Engineering · PJM Project Review · Stand 2022-04-15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222"/>
                </a:solidFill>
              </a:defRPr>
            </a:pPr>
            <a:r>
              <a:t>Top-5 Overdues – KW14 vs. KW15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1905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Fachabteilung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KW14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KW15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Trend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AE-COS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62728"/>
                          </a:solidFill>
                        </a:defRPr>
                      </a:pPr>
                      <a:r>
                        <a:t>▲ +1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62728"/>
                          </a:solidFill>
                        </a:defRPr>
                      </a:pPr>
                      <a:r>
                        <a:t>▲ +2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62728"/>
                          </a:solidFill>
                        </a:defRPr>
                      </a:pPr>
                      <a:r>
                        <a:t>▲ +1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62728"/>
                          </a:solidFill>
                        </a:defRPr>
                      </a:pPr>
                      <a:r>
                        <a:t>▲ +1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ENG-EE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62728"/>
                          </a:solidFill>
                        </a:defRPr>
                      </a:pPr>
                      <a:r>
                        <a:t>▲ +1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888888"/>
                </a:solidFill>
              </a:defRPr>
            </a:pPr>
            <a:r>
              <a:t>J.A. Project Engineering · PJM Project Review · Stand 2022-04-15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222"/>
                </a:solidFill>
              </a:defRPr>
            </a:pPr>
            <a:r>
              <a:t>Überfällige Aufgaben – KW15 (8)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1905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943600"/>
                <a:gridCol w="164592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Abteilung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Aufgabe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Geplantes Ende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Verzug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Fortschritt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AE-COS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AE-COS Aufgabe 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2022-03-30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16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95 %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AA Aufgabe 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2022-04-11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4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95 %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ENG Aufgabe 063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2022-04-12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95 %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TEST Aufgabe 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2022-04-12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95 %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ENG-EE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ENG-EE Aufgabe 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2022-04-13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95 %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QMM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QMM Aufgabe 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2022-04-13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95 %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TEST Aufgabe 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2022-04-13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95 %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AE-COS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AE-COS Aufgabe 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2022-04-14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95 %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888888"/>
                </a:solidFill>
              </a:defRPr>
            </a:pPr>
            <a:r>
              <a:t>J.A. Project Engineering · PJM Project Review · Stand 2022-04-15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2222"/>
                </a:solidFill>
              </a:defRPr>
            </a:pPr>
            <a:r>
              <a:t>Veränderungen KW14 → KW15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1905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22222"/>
                </a:solidFill>
              </a:defRPr>
            </a:pPr>
            <a:r>
              <a:t>Neu überfällig: 7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   • ENG-EE – ENG-EE Aufgabe 012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   • QMM – QMM Aufgabe 015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   • TEST – TEST Aufgabe 024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   • ENG – ENG Aufgabe 063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   • AA – AA Aufgabe 075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   • TEST – TEST Aufgabe 078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   • AE-COS – AE-COS Aufgabe 082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Neu geschlossen: 19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   • SW – SW Aufgabe 002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   • AE-TEF – AE-TEF Aufgabe 021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   • EXT – EXT Aufgabe 022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   • AE-COS – AE-COS Aufgabe 025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   • AE-ENG – AE-ENG Aufgabe 027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   • AE-QMM – AE-QMM Aufgabe 036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   • EXT – EXT Aufgabe 004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   • AE-TEF – AE-TEF Aufgabe 048</a:t>
            </a:r>
          </a:p>
          <a:p>
            <a:pPr>
              <a:defRPr sz="1200" b="0">
                <a:solidFill>
                  <a:srgbClr val="222222"/>
                </a:solidFill>
              </a:defRPr>
            </a:pPr>
            <a:r>
              <a:t>Neu hinzugekommen: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888888"/>
                </a:solidFill>
              </a:defRPr>
            </a:pPr>
            <a:r>
              <a:t>J.A. Project Engineering · PJM Project Review · Stand 2022-04-15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